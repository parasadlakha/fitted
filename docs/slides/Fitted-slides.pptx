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Hi, we're Paras and Harshita. Fitted: a small-business owner describes their business in one paragraph and gets booking software that fits it, with payments through Stripe Connect and Supabase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small businesses either pay for vertical software built for one industry, or make do with a calendar link, WhatsApp and bank transfers. That means double bookings, no upfront payment, and no-shows.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DEMO: paste the spin studio paragraph, Generate. One AI call, about $0.002, returns a spec: an 18-bike map, a class schedule, a shoe-size question. Publish. Then show the padel club and the salon: the same engine and the same tables. The AI fills in a strict schema, so no code is generated.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Stripe: an Express account, Stripe-hosted onboarding. Book bike 3 and pay with 4242. It's a destination charge, so the money goes to the studio and Fitted keeps 3% as an application fee. Then try to book bike 3 again: Postgres's exclusion constraint rejects the 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Costs: AI runs only at setup and on changes, about $0.002 per call. Bookings never call a model. Each business is a row plus JSON. No deploys. Revenue comes from the Connect fee.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Paras: systems engineering, the engine, Stripe and Supabase. Harshita: system dynamics, mapped businesses to three shapes. Yesterday we shipped LineCheck at the Beta Fund x AWS hackathon.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Fitted slides</dc:title>
  <dc:subject/>
  <dc:creator>Paras Adlakha, Harshita Adlakha</dc:creator>
  <cp:keywords/>
  <dc:description>generated using python-pptx</dc:description>
  <cp:lastModifiedBy>Paras Adlakha</cp:lastModifiedBy>
  <cp:revision>1</cp:revision>
  <dcterms:created xsi:type="dcterms:W3CDTF">2013-01-27T09:14:16Z</dcterms:created>
  <dcterms:modified xsi:type="dcterms:W3CDTF">2013-01-27T09:15:58Z</dcterms:modified>
  <cp:category/>
</cp:coreProperties>
</file>